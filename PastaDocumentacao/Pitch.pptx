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579AF-35A4-CC41-A3AE-E13BC2F53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485BF-5989-E417-0561-4B819FE52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DF557-88C3-F4A7-DAD5-27FB2F98C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B232-DE70-45E8-A79C-641EC0E57D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B9AD3-1A2B-48C9-7397-19993149D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7CAF8-129C-0657-7282-AA813E9DF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12FB-149F-47F0-AE68-A94BA7C39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230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508BF-2D56-377D-3E59-D9027FB2A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ADD96-5B90-43B1-7F08-879146BAB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10808-1A55-2A8E-3026-E0EDEB1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B232-DE70-45E8-A79C-641EC0E57D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B05D9-C3AA-972E-E098-F4F360808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C1B9E-40CC-A16C-D4CE-ED2B603B0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12FB-149F-47F0-AE68-A94BA7C39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7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109F3-4D9E-1BA7-EC7E-17700002E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7A49B-69DE-7BE2-17B1-3F910CCB3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45B11-2F8D-166F-5DBB-25E0FA2DE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B232-DE70-45E8-A79C-641EC0E57D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E2F22-DA91-5645-A7FF-A69A1F569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EF84F-8E38-C505-953F-E4E6EB76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12FB-149F-47F0-AE68-A94BA7C39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962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37D7F-74CA-1E54-FE4A-10009F4CE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C20BC-C77F-0996-243C-9AFBDABC9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03A38-5692-CF73-D1A4-63E193E48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58FE3-F063-AFBC-D90B-18C29143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B232-DE70-45E8-A79C-641EC0E57D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CC89B4-B0AC-70D0-56E2-9BCED1DAF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A2EBAB-6E35-687D-9AE1-9DB362BA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12FB-149F-47F0-AE68-A94BA7C39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97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34F41-13C2-016D-13BD-E91460DFE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E07C7-669E-4FA0-F222-71752375C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D6865-3791-6657-7CC3-A9545089A5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1FE8A-3A52-9840-2418-9457A7599F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04B6B-5EF9-C64B-487D-A82EB764C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84F27D-360B-E2C1-B1CE-E04933A49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B232-DE70-45E8-A79C-641EC0E57D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EAE4B2-D474-FBF5-B8B7-8360B84E5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7D17AB-D33D-6C8E-552A-47FCF1180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12FB-149F-47F0-AE68-A94BA7C39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148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A570A-79BF-F446-0E6A-C1727C45A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A7F01A-7359-6E03-BD75-E8EBADF4C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B232-DE70-45E8-A79C-641EC0E57D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BE23F-1836-FB40-056C-E85200B9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1A0081-60D6-A582-A3FE-45B45113E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12FB-149F-47F0-AE68-A94BA7C39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69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348BFB-4297-ADD9-3757-95F5BD0F6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B232-DE70-45E8-A79C-641EC0E57D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3BE512-65E0-FBC3-6D9D-5E4CEA016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CF3A9-EDB0-B249-2181-65676CEB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12FB-149F-47F0-AE68-A94BA7C39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57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3DDCC-E570-49FA-0B80-A2ECFA04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8D639-250E-B7BF-0E3D-24C856378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2D483-BEAF-05D6-2A5F-02BBD0690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A3CAB-6DBA-9A0D-D114-D04194B3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B232-DE70-45E8-A79C-641EC0E57D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74185-C927-7320-C017-7BE273343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3F4D6-6BCB-3A18-F82D-8AFD3DE5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12FB-149F-47F0-AE68-A94BA7C39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1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3DB6D-80B3-E24C-87C4-DC8F91BA7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6A18AD-AD42-87C0-7785-9AC23016B6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1EADB-4BB3-797B-D995-D3516ADC5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1156D-D91A-4ECC-52B5-D7F5C816F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B232-DE70-45E8-A79C-641EC0E57D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503E9-E2B1-EA9C-3BCD-3111636F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5B17A-349E-0EBD-79C9-3E660ACA5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12FB-149F-47F0-AE68-A94BA7C39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99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51DB-199A-592A-BBD5-037380712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F8A46A-45D5-061D-9388-272EFDAFA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50140-A763-377D-137C-35570DD4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B232-DE70-45E8-A79C-641EC0E57D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06237-F649-30AE-5701-57DDDC66E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F5C6D-3A8D-4C6A-426C-5801DDF6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12FB-149F-47F0-AE68-A94BA7C39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42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6A693-48A9-99FD-4A81-83138FED04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57F50-0528-2270-72F3-423C3EE92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A4E44-C781-99FD-91E0-5089F4DDE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4B232-DE70-45E8-A79C-641EC0E57D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CF582-A205-F620-648D-574E58FF9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B29D6-E806-1778-02A6-864BA8DE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A612FB-149F-47F0-AE68-A94BA7C39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13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1F4B03-7113-292C-A8A4-C95D77BD1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84F793-9BC3-77CC-BDC5-57E7F0028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3BCAF-E4D7-0C43-3372-2A9B9D1C0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4B232-DE70-45E8-A79C-641EC0E57D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4F8A1-F9BF-00A2-E038-28F3205E2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002D5-7109-73FA-496A-26ED69C13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A612FB-149F-47F0-AE68-A94BA7C39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677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196E1-8128-B5D8-3C55-4F62588743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Pitch</a:t>
            </a:r>
            <a:r>
              <a:rPr lang="pt-BR" dirty="0"/>
              <a:t>	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DA1EF-B1CD-C978-224D-0933BC7BD0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Challenge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67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Pitch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Laboratório FIAP</dc:creator>
  <cp:lastModifiedBy>Laboratório FIAP</cp:lastModifiedBy>
  <cp:revision>1</cp:revision>
  <dcterms:created xsi:type="dcterms:W3CDTF">2026-10-09T00:47:43Z</dcterms:created>
  <dcterms:modified xsi:type="dcterms:W3CDTF">2026-10-09T00:47:50Z</dcterms:modified>
</cp:coreProperties>
</file>